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GESTIÓ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Gestió — Workflow a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Creació automàtica d'esdeveniments i tasques (Calendar/Tasks)</a:t>
            </a:r>
          </a:p>
        </p:txBody>
      </p:sp>
      <p:pic>
        <p:nvPicPr>
          <p:cNvPr id="5" name="Picture 4" descr="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600200"/>
            <a:ext cx="869695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GESTIÓ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Gestió — Resultat a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Correu classificat i esdeveniment creat automàticament</a:t>
            </a:r>
          </a:p>
        </p:txBody>
      </p:sp>
      <p:pic>
        <p:nvPicPr>
          <p:cNvPr id="5" name="Picture 4" descr="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339" y="1600200"/>
            <a:ext cx="650901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LABORAL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Laboral — Workflow a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Filtratge i seguiment d'oportunitats professionals</a:t>
            </a:r>
          </a:p>
        </p:txBody>
      </p:sp>
      <p:pic>
        <p:nvPicPr>
          <p:cNvPr id="5" name="Picture 4" descr="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600200"/>
            <a:ext cx="869695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LABORAL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Laboral — Resultat a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Ofertes del dia resumides i enllaçades</a:t>
            </a:r>
          </a:p>
        </p:txBody>
      </p:sp>
      <p:pic>
        <p:nvPicPr>
          <p:cNvPr id="5" name="Picture 4" descr="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337" y="1600200"/>
            <a:ext cx="29450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NOTÍCIES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Notícies — Workflow a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Resums d'actualitat sintetitzats i enviats via Telegram</a:t>
            </a:r>
          </a:p>
        </p:txBody>
      </p:sp>
      <p:pic>
        <p:nvPicPr>
          <p:cNvPr id="5" name="Picture 4" descr="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600200"/>
            <a:ext cx="869695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NOTÍCIES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Notícies — Resultat a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Resum diari de notícies del sector</a:t>
            </a:r>
          </a:p>
        </p:txBody>
      </p:sp>
      <p:pic>
        <p:nvPicPr>
          <p:cNvPr id="5" name="Picture 4" descr="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644" y="1600200"/>
            <a:ext cx="277840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MARCA PERSONAL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Marca Personal — Workflow a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Extracció d'idees per a futures publicacions</a:t>
            </a:r>
          </a:p>
        </p:txBody>
      </p:sp>
      <p:pic>
        <p:nvPicPr>
          <p:cNvPr id="5" name="Picture 4" descr="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578" y="1600200"/>
            <a:ext cx="8194537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MARCA PERSONAL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Marca Personal — Resultat a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Esborranys d'idees per a LinkedIn</a:t>
            </a:r>
          </a:p>
        </p:txBody>
      </p:sp>
      <p:pic>
        <p:nvPicPr>
          <p:cNvPr id="5" name="Picture 4" descr="i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254" y="1600200"/>
            <a:ext cx="334718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PANELL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Panell de control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Estat del sistema, serveis i automatitzacions</a:t>
            </a:r>
          </a:p>
        </p:txBody>
      </p:sp>
      <p:pic>
        <p:nvPicPr>
          <p:cNvPr id="5" name="Picture 4" descr="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600200"/>
            <a:ext cx="869695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PANELL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Assistent d'IA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Consultes en llenguatge natural sobre l'activitat</a:t>
            </a:r>
          </a:p>
        </p:txBody>
      </p:sp>
      <p:pic>
        <p:nvPicPr>
          <p:cNvPr id="5" name="Picture 4" descr="i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831" y="1600200"/>
            <a:ext cx="817803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PANELL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Activitat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Historial d'execucions de les automatitzacions</a:t>
            </a:r>
          </a:p>
        </p:txBody>
      </p:sp>
      <p:pic>
        <p:nvPicPr>
          <p:cNvPr id="5" name="Picture 4" descr="i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600200"/>
            <a:ext cx="869695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PANELL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Configuració inicial (Setup)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Assistent guiat d'instal·lació</a:t>
            </a:r>
          </a:p>
        </p:txBody>
      </p:sp>
      <p:pic>
        <p:nvPicPr>
          <p:cNvPr id="5" name="Picture 4" descr="i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647462"/>
            <a:ext cx="11094415" cy="27975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82F6"/>
                </a:solidFill>
                <a:latin typeface="Inter"/>
              </a:rPr>
              <a:t>PANELL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Configuració del proveïdor d'IA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7BD"/>
                </a:solidFill>
                <a:latin typeface="Inter"/>
              </a:rPr>
              <a:t>Proveïdors i models configurables</a:t>
            </a:r>
          </a:p>
        </p:txBody>
      </p:sp>
      <p:pic>
        <p:nvPicPr>
          <p:cNvPr id="5" name="Picture 4" descr="i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451" y="1600200"/>
            <a:ext cx="817479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