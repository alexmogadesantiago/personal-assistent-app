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3" r:id="rId3"/>
    <p:sldId id="257" r:id="rId4"/>
    <p:sldId id="260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1" r:id="rId25"/>
    <p:sldId id="284" r:id="rId34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09CC7A-89C8-414F-9CF2-148945BA76E0}" v="3" dt="2026-10-03T16:34:12.9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04" autoAdjust="0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52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6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Relationship Id="rId34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Moga" userId="bfca2f2ed3e412a6" providerId="LiveId" clId="{316FA5BB-0CEC-4C74-897D-BC6E06BEB484}"/>
    <pc:docChg chg="undo custSel addSld delSld modSld sldOrd">
      <pc:chgData name="Alex Moga" userId="bfca2f2ed3e412a6" providerId="LiveId" clId="{316FA5BB-0CEC-4C74-897D-BC6E06BEB484}" dt="2026-10-04T21:21:05.324" v="55" actId="47"/>
      <pc:docMkLst>
        <pc:docMk/>
      </pc:docMkLst>
      <pc:sldChg chg="modSp mod">
        <pc:chgData name="Alex Moga" userId="bfca2f2ed3e412a6" providerId="LiveId" clId="{316FA5BB-0CEC-4C74-897D-BC6E06BEB484}" dt="2026-10-02T09:13:02.536" v="5" actId="1036"/>
        <pc:sldMkLst>
          <pc:docMk/>
          <pc:sldMk cId="0" sldId="258"/>
        </pc:sldMkLst>
        <pc:picChg chg="mod">
          <ac:chgData name="Alex Moga" userId="bfca2f2ed3e412a6" providerId="LiveId" clId="{316FA5BB-0CEC-4C74-897D-BC6E06BEB484}" dt="2026-10-02T09:13:02.536" v="5" actId="1036"/>
          <ac:picMkLst>
            <pc:docMk/>
            <pc:sldMk cId="0" sldId="258"/>
            <ac:picMk id="2" creationId="{00000000-0000-0000-0000-000000000000}"/>
          </ac:picMkLst>
        </pc:picChg>
      </pc:sldChg>
      <pc:sldChg chg="ord">
        <pc:chgData name="Alex Moga" userId="bfca2f2ed3e412a6" providerId="LiveId" clId="{316FA5BB-0CEC-4C74-897D-BC6E06BEB484}" dt="2026-10-02T22:07:06.491" v="10"/>
        <pc:sldMkLst>
          <pc:docMk/>
          <pc:sldMk cId="0" sldId="259"/>
        </pc:sldMkLst>
      </pc:sldChg>
      <pc:sldChg chg="ord">
        <pc:chgData name="Alex Moga" userId="bfca2f2ed3e412a6" providerId="LiveId" clId="{316FA5BB-0CEC-4C74-897D-BC6E06BEB484}" dt="2026-10-02T22:07:08.903" v="12"/>
        <pc:sldMkLst>
          <pc:docMk/>
          <pc:sldMk cId="0" sldId="260"/>
        </pc:sldMkLst>
      </pc:sldChg>
      <pc:sldChg chg="modSp mod">
        <pc:chgData name="Alex Moga" userId="bfca2f2ed3e412a6" providerId="LiveId" clId="{316FA5BB-0CEC-4C74-897D-BC6E06BEB484}" dt="2026-10-02T09:24:46.587" v="8" actId="1076"/>
        <pc:sldMkLst>
          <pc:docMk/>
          <pc:sldMk cId="0" sldId="262"/>
        </pc:sldMkLst>
        <pc:picChg chg="mod modCrop">
          <ac:chgData name="Alex Moga" userId="bfca2f2ed3e412a6" providerId="LiveId" clId="{316FA5BB-0CEC-4C74-897D-BC6E06BEB484}" dt="2026-10-02T09:24:46.587" v="8" actId="1076"/>
          <ac:picMkLst>
            <pc:docMk/>
            <pc:sldMk cId="0" sldId="262"/>
            <ac:picMk id="5" creationId="{00000000-0000-0000-0000-000000000000}"/>
          </ac:picMkLst>
        </pc:picChg>
      </pc:sldChg>
      <pc:sldChg chg="modSp mod">
        <pc:chgData name="Alex Moga" userId="bfca2f2ed3e412a6" providerId="LiveId" clId="{316FA5BB-0CEC-4C74-897D-BC6E06BEB484}" dt="2026-10-04T15:26:05.536" v="29" actId="1076"/>
        <pc:sldMkLst>
          <pc:docMk/>
          <pc:sldMk cId="0" sldId="270"/>
        </pc:sldMkLst>
        <pc:picChg chg="mod">
          <ac:chgData name="Alex Moga" userId="bfca2f2ed3e412a6" providerId="LiveId" clId="{316FA5BB-0CEC-4C74-897D-BC6E06BEB484}" dt="2026-10-04T15:26:05.536" v="29" actId="1076"/>
          <ac:picMkLst>
            <pc:docMk/>
            <pc:sldMk cId="0" sldId="270"/>
            <ac:picMk id="2" creationId="{00000000-0000-0000-0000-000000000000}"/>
          </ac:picMkLst>
        </pc:picChg>
      </pc:sldChg>
      <pc:sldChg chg="del">
        <pc:chgData name="Alex Moga" userId="bfca2f2ed3e412a6" providerId="LiveId" clId="{316FA5BB-0CEC-4C74-897D-BC6E06BEB484}" dt="2026-10-03T16:26:15.483" v="13" actId="47"/>
        <pc:sldMkLst>
          <pc:docMk/>
          <pc:sldMk cId="0" sldId="271"/>
        </pc:sldMkLst>
      </pc:sldChg>
      <pc:sldChg chg="addSp delSp modSp mod delAnim modAnim">
        <pc:chgData name="Alex Moga" userId="bfca2f2ed3e412a6" providerId="LiveId" clId="{316FA5BB-0CEC-4C74-897D-BC6E06BEB484}" dt="2026-10-03T16:33:28.902" v="17" actId="21"/>
        <pc:sldMkLst>
          <pc:docMk/>
          <pc:sldMk cId="0" sldId="274"/>
        </pc:sldMkLst>
        <pc:picChg chg="add del mod">
          <ac:chgData name="Alex Moga" userId="bfca2f2ed3e412a6" providerId="LiveId" clId="{316FA5BB-0CEC-4C74-897D-BC6E06BEB484}" dt="2026-10-03T16:33:28.902" v="17" actId="21"/>
          <ac:picMkLst>
            <pc:docMk/>
            <pc:sldMk cId="0" sldId="274"/>
            <ac:picMk id="6" creationId="{9DC95DE9-CE66-6EBE-2E0C-FBF7A82A7023}"/>
          </ac:picMkLst>
        </pc:picChg>
      </pc:sldChg>
      <pc:sldChg chg="del">
        <pc:chgData name="Alex Moga" userId="bfca2f2ed3e412a6" providerId="LiveId" clId="{316FA5BB-0CEC-4C74-897D-BC6E06BEB484}" dt="2026-10-03T16:26:29.250" v="14" actId="47"/>
        <pc:sldMkLst>
          <pc:docMk/>
          <pc:sldMk cId="0" sldId="277"/>
        </pc:sldMkLst>
      </pc:sldChg>
      <pc:sldChg chg="addSp delSp mod">
        <pc:chgData name="Alex Moga" userId="bfca2f2ed3e412a6" providerId="LiveId" clId="{316FA5BB-0CEC-4C74-897D-BC6E06BEB484}" dt="2026-10-04T15:25:38.180" v="22" actId="478"/>
        <pc:sldMkLst>
          <pc:docMk/>
          <pc:sldMk cId="0" sldId="280"/>
        </pc:sldMkLst>
        <pc:spChg chg="add del">
          <ac:chgData name="Alex Moga" userId="bfca2f2ed3e412a6" providerId="LiveId" clId="{316FA5BB-0CEC-4C74-897D-BC6E06BEB484}" dt="2026-10-04T15:25:38.180" v="22" actId="478"/>
          <ac:spMkLst>
            <pc:docMk/>
            <pc:sldMk cId="0" sldId="280"/>
            <ac:spMk id="4" creationId="{5C301468-026D-1533-EAB5-F77A126609FB}"/>
          </ac:spMkLst>
        </pc:spChg>
      </pc:sldChg>
      <pc:sldChg chg="addSp modSp new mod modAnim">
        <pc:chgData name="Alex Moga" userId="bfca2f2ed3e412a6" providerId="LiveId" clId="{316FA5BB-0CEC-4C74-897D-BC6E06BEB484}" dt="2026-10-03T16:33:37.481" v="20" actId="1076"/>
        <pc:sldMkLst>
          <pc:docMk/>
          <pc:sldMk cId="3052371829" sldId="281"/>
        </pc:sldMkLst>
        <pc:picChg chg="add mod">
          <ac:chgData name="Alex Moga" userId="bfca2f2ed3e412a6" providerId="LiveId" clId="{316FA5BB-0CEC-4C74-897D-BC6E06BEB484}" dt="2026-10-03T16:33:37.481" v="20" actId="1076"/>
          <ac:picMkLst>
            <pc:docMk/>
            <pc:sldMk cId="3052371829" sldId="281"/>
            <ac:picMk id="6" creationId="{9DC95DE9-CE66-6EBE-2E0C-FBF7A82A7023}"/>
          </ac:picMkLst>
        </pc:picChg>
      </pc:sldChg>
      <pc:sldChg chg="addSp delSp modSp new del mod ord">
        <pc:chgData name="Alex Moga" userId="bfca2f2ed3e412a6" providerId="LiveId" clId="{316FA5BB-0CEC-4C74-897D-BC6E06BEB484}" dt="2026-10-04T21:21:05.324" v="55" actId="47"/>
        <pc:sldMkLst>
          <pc:docMk/>
          <pc:sldMk cId="3813492614" sldId="282"/>
        </pc:sldMkLst>
        <pc:spChg chg="add del">
          <ac:chgData name="Alex Moga" userId="bfca2f2ed3e412a6" providerId="LiveId" clId="{316FA5BB-0CEC-4C74-897D-BC6E06BEB484}" dt="2026-10-04T15:25:49.106" v="25" actId="478"/>
          <ac:spMkLst>
            <pc:docMk/>
            <pc:sldMk cId="3813492614" sldId="282"/>
            <ac:spMk id="3" creationId="{26AF9D6D-6687-4145-7001-D741E314A6AF}"/>
          </ac:spMkLst>
        </pc:spChg>
        <pc:spChg chg="add mod">
          <ac:chgData name="Alex Moga" userId="bfca2f2ed3e412a6" providerId="LiveId" clId="{316FA5BB-0CEC-4C74-897D-BC6E06BEB484}" dt="2026-10-04T15:27:21.183" v="41" actId="1076"/>
          <ac:spMkLst>
            <pc:docMk/>
            <pc:sldMk cId="3813492614" sldId="282"/>
            <ac:spMk id="5" creationId="{5DC87ADA-4888-775C-44E1-ABC5CAD7B3B6}"/>
          </ac:spMkLst>
        </pc:spChg>
        <pc:picChg chg="add mod">
          <ac:chgData name="Alex Moga" userId="bfca2f2ed3e412a6" providerId="LiveId" clId="{316FA5BB-0CEC-4C74-897D-BC6E06BEB484}" dt="2026-10-04T15:27:13.809" v="40" actId="1076"/>
          <ac:picMkLst>
            <pc:docMk/>
            <pc:sldMk cId="3813492614" sldId="282"/>
            <ac:picMk id="7" creationId="{B76A0734-E2BF-547A-E8F9-113FFAA1B667}"/>
          </ac:picMkLst>
        </pc:picChg>
      </pc:sldChg>
      <pc:sldChg chg="delSp modSp mod">
        <pc:chgData name="Alex Moga" userId="bfca2f2ed3e412a6" providerId="LiveId" clId="{316FA5BB-0CEC-4C74-897D-BC6E06BEB484}" dt="2026-10-04T21:20:59.386" v="54" actId="478"/>
        <pc:sldMkLst>
          <pc:docMk/>
          <pc:sldMk cId="0" sldId="283"/>
        </pc:sldMkLst>
        <pc:spChg chg="del">
          <ac:chgData name="Alex Moga" userId="bfca2f2ed3e412a6" providerId="LiveId" clId="{316FA5BB-0CEC-4C74-897D-BC6E06BEB484}" dt="2026-10-04T21:20:42.875" v="44" actId="478"/>
          <ac:spMkLst>
            <pc:docMk/>
            <pc:sldMk cId="0" sldId="283"/>
            <ac:spMk id="9" creationId="{00000000-0000-0000-0000-000000000000}"/>
          </ac:spMkLst>
        </pc:spChg>
        <pc:spChg chg="del">
          <ac:chgData name="Alex Moga" userId="bfca2f2ed3e412a6" providerId="LiveId" clId="{316FA5BB-0CEC-4C74-897D-BC6E06BEB484}" dt="2026-10-04T21:20:43.903" v="45" actId="478"/>
          <ac:spMkLst>
            <pc:docMk/>
            <pc:sldMk cId="0" sldId="283"/>
            <ac:spMk id="15" creationId="{00000000-0000-0000-0000-000000000000}"/>
          </ac:spMkLst>
        </pc:spChg>
        <pc:spChg chg="del">
          <ac:chgData name="Alex Moga" userId="bfca2f2ed3e412a6" providerId="LiveId" clId="{316FA5BB-0CEC-4C74-897D-BC6E06BEB484}" dt="2026-10-04T21:20:45.289" v="46" actId="478"/>
          <ac:spMkLst>
            <pc:docMk/>
            <pc:sldMk cId="0" sldId="283"/>
            <ac:spMk id="21" creationId="{00000000-0000-0000-0000-000000000000}"/>
          </ac:spMkLst>
        </pc:spChg>
        <pc:spChg chg="del">
          <ac:chgData name="Alex Moga" userId="bfca2f2ed3e412a6" providerId="LiveId" clId="{316FA5BB-0CEC-4C74-897D-BC6E06BEB484}" dt="2026-10-04T21:20:46.732" v="47" actId="478"/>
          <ac:spMkLst>
            <pc:docMk/>
            <pc:sldMk cId="0" sldId="283"/>
            <ac:spMk id="27" creationId="{00000000-0000-0000-0000-000000000000}"/>
          </ac:spMkLst>
        </pc:spChg>
        <pc:spChg chg="del mod">
          <ac:chgData name="Alex Moga" userId="bfca2f2ed3e412a6" providerId="LiveId" clId="{316FA5BB-0CEC-4C74-897D-BC6E06BEB484}" dt="2026-10-04T21:20:50.011" v="51"/>
          <ac:spMkLst>
            <pc:docMk/>
            <pc:sldMk cId="0" sldId="283"/>
            <ac:spMk id="33" creationId="{00000000-0000-0000-0000-000000000000}"/>
          </ac:spMkLst>
        </pc:spChg>
        <pc:spChg chg="del">
          <ac:chgData name="Alex Moga" userId="bfca2f2ed3e412a6" providerId="LiveId" clId="{316FA5BB-0CEC-4C74-897D-BC6E06BEB484}" dt="2026-10-04T21:20:50.009" v="49" actId="478"/>
          <ac:spMkLst>
            <pc:docMk/>
            <pc:sldMk cId="0" sldId="283"/>
            <ac:spMk id="39" creationId="{00000000-0000-0000-0000-000000000000}"/>
          </ac:spMkLst>
        </pc:spChg>
        <pc:spChg chg="del mod">
          <ac:chgData name="Alex Moga" userId="bfca2f2ed3e412a6" providerId="LiveId" clId="{316FA5BB-0CEC-4C74-897D-BC6E06BEB484}" dt="2026-10-04T21:20:57.244" v="53" actId="478"/>
          <ac:spMkLst>
            <pc:docMk/>
            <pc:sldMk cId="0" sldId="283"/>
            <ac:spMk id="45" creationId="{00000000-0000-0000-0000-000000000000}"/>
          </ac:spMkLst>
        </pc:spChg>
        <pc:spChg chg="del">
          <ac:chgData name="Alex Moga" userId="bfca2f2ed3e412a6" providerId="LiveId" clId="{316FA5BB-0CEC-4C74-897D-BC6E06BEB484}" dt="2026-10-04T21:20:59.386" v="54" actId="478"/>
          <ac:spMkLst>
            <pc:docMk/>
            <pc:sldMk cId="0" sldId="283"/>
            <ac:spMk id="5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318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3B82F6"/>
                </a:solidFill>
                <a:latin typeface="Arial"/>
              </a:rPr>
              <a:t>CONTINGUT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rial"/>
              </a:rPr>
              <a:t>Índex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20802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02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0116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7744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Sobrecàrrega d'informació diària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33147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147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4612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Flux de treball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61188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Recepció, neteja, classificació i acció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45491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5491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8056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Pilars del 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8463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Docker, n8n i LLM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3212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7240" y="57835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7835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7150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Interpretació semàntica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608076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Del text lliure a dades estructurades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82880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629400" y="20802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20802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0116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Àrees d'automatització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237744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Gestió, Laboral, Notícies i Marca Personal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0632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629400" y="33147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33147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24612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Panell de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61188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Dashboard, assistent d'IA, activitat i configuració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29768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629400" y="45491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9400" y="45491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48056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Rendiment del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8463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Taxa d'encert del 89,3 %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53212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629400" y="57835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29400" y="57835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57150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Conclusions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608076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Eficiència, accessibilitat i supervisió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24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 · Workflow a n8n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 automàtica d'esdeveniments i tasques (Calendar/Tasks)</a:t>
            </a:r>
            <a:endParaRPr lang="en-US" sz="1400" dirty="0"/>
          </a:p>
        </p:txBody>
      </p:sp>
      <p:pic>
        <p:nvPicPr>
          <p:cNvPr id="5" name="Image 0" descr="img/s07.png"/>
          <p:cNvPicPr>
            <a:picLocks noChangeAspect="1"/>
          </p:cNvPicPr>
          <p:nvPr/>
        </p:nvPicPr>
        <p:blipFill>
          <a:blip r:embed="rId3"/>
          <a:srcRect l="25276" t="17998"/>
          <a:stretch>
            <a:fillRect/>
          </a:stretch>
        </p:blipFill>
        <p:spPr>
          <a:xfrm>
            <a:off x="2095576" y="1699902"/>
            <a:ext cx="8000848" cy="4938876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 · Resultat a Telegram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Correu classificat i esdeveniment creat automàticament</a:t>
            </a:r>
            <a:endParaRPr lang="en-US" sz="1400" dirty="0"/>
          </a:p>
        </p:txBody>
      </p:sp>
      <p:pic>
        <p:nvPicPr>
          <p:cNvPr id="5" name="Image 0" descr="img/s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171" y="1691640"/>
            <a:ext cx="6387353" cy="48006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Laboral · Workflow a n8n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Filtratge i seguiment d'oportunitats professionals</a:t>
            </a:r>
            <a:endParaRPr lang="en-US" sz="1400" dirty="0"/>
          </a:p>
        </p:txBody>
      </p:sp>
      <p:pic>
        <p:nvPicPr>
          <p:cNvPr id="5" name="Image 0" descr="img/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648" y="1691640"/>
            <a:ext cx="8534400" cy="48006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Laboral · Resultat a Telegram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Ofertes del dia resumides i enllaçades</a:t>
            </a:r>
            <a:endParaRPr lang="en-US" sz="1400" dirty="0"/>
          </a:p>
        </p:txBody>
      </p:sp>
      <p:pic>
        <p:nvPicPr>
          <p:cNvPr id="5" name="Image 0" descr="img/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861" y="1691640"/>
            <a:ext cx="2889973" cy="48006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NOTÍCIES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Notícies · Workflow a n8n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Resums d'actualitat sintetitzats i enviats via Telegram</a:t>
            </a:r>
            <a:endParaRPr lang="en-US" sz="1400" dirty="0"/>
          </a:p>
        </p:txBody>
      </p:sp>
      <p:pic>
        <p:nvPicPr>
          <p:cNvPr id="5" name="Image 0" descr="img/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648" y="1691640"/>
            <a:ext cx="8534400" cy="48006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NOTÍCIES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Notícies · Resultat a Telegram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 diari de notícies del sector</a:t>
            </a:r>
            <a:endParaRPr lang="en-US" sz="1400" dirty="0"/>
          </a:p>
        </p:txBody>
      </p:sp>
      <p:pic>
        <p:nvPicPr>
          <p:cNvPr id="5" name="Image 0" descr="img/s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611" y="1691640"/>
            <a:ext cx="2726473" cy="48006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PERSONAL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Personal · Resultat a Telegram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Esborranys d'idees per a LinkedIn</a:t>
            </a:r>
            <a:endParaRPr lang="en-US" sz="1400" dirty="0"/>
          </a:p>
        </p:txBody>
      </p:sp>
      <p:pic>
        <p:nvPicPr>
          <p:cNvPr id="5" name="Image 0" descr="img/s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537" y="1691640"/>
            <a:ext cx="3284621" cy="48006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 DE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 de control ·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 del sistema, serveis i automatitzacions</a:t>
            </a:r>
            <a:endParaRPr lang="en-US" sz="1400" dirty="0"/>
          </a:p>
        </p:txBody>
      </p:sp>
      <p:pic>
        <p:nvPicPr>
          <p:cNvPr id="5" name="Image 0" descr="img/s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648" y="1691640"/>
            <a:ext cx="8534400" cy="48006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 DE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 d'IA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Consultes en llenguatge natural sobre l'activitat</a:t>
            </a:r>
            <a:endParaRPr lang="en-US" sz="1400" dirty="0"/>
          </a:p>
        </p:txBody>
      </p:sp>
      <p:pic>
        <p:nvPicPr>
          <p:cNvPr id="5" name="Image 0" descr="img/s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261" y="1691640"/>
            <a:ext cx="8025172" cy="48006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 DE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d'execucions de les automatitzacions</a:t>
            </a:r>
            <a:endParaRPr lang="en-US" sz="1400" dirty="0"/>
          </a:p>
        </p:txBody>
      </p:sp>
      <p:pic>
        <p:nvPicPr>
          <p:cNvPr id="5" name="Image 0" descr="img/s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648" y="1691640"/>
            <a:ext cx="8534400" cy="48006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 DE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 inicial (Setup)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 guiat d'instal·lació</a:t>
            </a:r>
            <a:endParaRPr lang="en-US" sz="1400" dirty="0"/>
          </a:p>
        </p:txBody>
      </p:sp>
      <p:pic>
        <p:nvPicPr>
          <p:cNvPr id="5" name="Image 0" descr="img/s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3183"/>
            <a:ext cx="11094415" cy="2797514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rag">
            <a:hlinkClick r:id="" action="ppaction://media"/>
            <a:extLst>
              <a:ext uri="{FF2B5EF4-FFF2-40B4-BE49-F238E27FC236}">
                <a16:creationId xmlns:a16="http://schemas.microsoft.com/office/drawing/2014/main" id="{9DC95DE9-CE66-6EBE-2E0C-FBF7A82A70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7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5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3B82F6"/>
                </a:solidFill>
                <a:latin typeface="Arial"/>
              </a:rPr>
              <a:t>AGRAÏMENTS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rial"/>
              </a:rPr>
              <a:t>Agraïments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9720072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Jaume Borràs, el meu tutor: </a:t>
            </a:r>
            <a:r>
              <a:rPr sz="1800" b="0">
                <a:solidFill>
                  <a:srgbClr val="475569"/>
                </a:solidFill>
                <a:latin typeface="Arial"/>
              </a:rPr>
              <a:t>per l'acompanyament, la paciència i la comprensió en el TDR.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9720072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Joan de Santiago, el meu tiet: </a:t>
            </a:r>
            <a:r>
              <a:rPr sz="1800" b="0">
                <a:solidFill>
                  <a:srgbClr val="475569"/>
                </a:solidFill>
                <a:latin typeface="Arial"/>
              </a:rPr>
              <a:t>per l'ajuda amb els sistemes d'automatització i el panell web.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493776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63440"/>
            <a:ext cx="9720072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Els meus pares: </a:t>
            </a:r>
            <a:r>
              <a:rPr sz="1800" b="0">
                <a:solidFill>
                  <a:srgbClr val="475569"/>
                </a:solidFill>
                <a:latin typeface="Arial"/>
              </a:rPr>
              <a:t>pel suport constant, que m'ha permès acabar el TDR a temps.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6868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44440" y="3977639"/>
            <a:ext cx="21031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168" y="4087367"/>
            <a:ext cx="1883663" cy="18836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190487"/>
            <a:ext cx="12192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Arial"/>
              </a:rPr>
              <a:t>tinyurl.com/personalassistent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99D7BB-7878-4B5A-B598-DF1AF42E12E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8a4ce31-67d8-4c66-9701-555fbac77af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240</Words>
  <Application>Microsoft Office PowerPoint</Application>
  <PresentationFormat>Panorámica</PresentationFormat>
  <Paragraphs>83</Paragraphs>
  <Slides>25</Slides>
  <Notes>23</Notes>
  <HiddenSlides>0</HiddenSlides>
  <MMClips>1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Moga</cp:lastModifiedBy>
  <cp:revision>1</cp:revision>
  <dcterms:created xsi:type="dcterms:W3CDTF">2026-10-01T18:34:50Z</dcterms:created>
  <dcterms:modified xsi:type="dcterms:W3CDTF">2026-10-04T21:21:05Z</dcterms:modified>
</cp:coreProperties>
</file>